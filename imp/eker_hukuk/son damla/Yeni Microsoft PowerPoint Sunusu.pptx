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9" r:id="rId4"/>
    <p:sldId id="257" r:id="rId5"/>
    <p:sldId id="258" r:id="rId6"/>
    <p:sldId id="260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BADCD8-E3F9-D0DD-B19E-60E107F37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067EEDA-375C-7E28-7F02-B2642C2B1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914931F-8112-032C-0464-14A535823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490DC25-2D9D-9FC0-DF64-0A975F04D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44D04F5-C359-D895-27F7-1D9288A6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583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59EDB1-5BA4-ABDA-79BC-135390593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C554EC-8EDA-434D-E569-BE045E0E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0330578-FC05-7D21-F929-60A30E31A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BEB53B8-E3A6-5F46-8A30-30D292E3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9335390-066B-72BA-2805-CB2E9D6D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6143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76EFBF-67C5-46BE-6A83-5761B7FE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D7B1133-0DE0-A810-C370-9CA63AC8C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7A50404-E179-608B-EC6E-F1ED7C655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5B42084-1DE7-4C99-67DC-6FD168509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E457E53-590F-9483-9C83-99C5E5F9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957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63A401-E0FF-0D0F-3B2B-E4BF9F14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B09B91D-1015-86BC-0DBD-03E4E6D3D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416F3A5-55AC-3840-0C4C-27599394F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B93A5A4-B5C3-43F1-0960-11EA097F8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3CF6C2A-33D1-CAC1-1FBE-067A607E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CB59BC2-53F1-AD79-89C4-8AD48B37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563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09E761-CB86-5334-C1B7-B4E308B23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FF4B6C3-F7A9-F03D-4303-B84D6497E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AF7CCC8-097D-0211-360C-E8A7B6A84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B2890C2-7C34-0A07-B306-161F55FF2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A4632F4-5CFE-D4BA-D4ED-FE14B45B8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1F2933F-5668-27EE-AC6B-0BD978836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8888C70-2DBE-FFAA-9332-20785437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BCB8C28-DDEF-3FF7-B495-DDF85EE9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471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833EF4-0611-B578-332D-A5BC279C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8DB09B2-4D1B-BA92-CCB7-FA3600C7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9BCEF444-2376-10AA-2439-CFFA84BE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5065E35-E35C-D8C2-60C6-DE2A10F6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942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89C3329-092C-8B78-0DE6-FD24CC68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1C4F9C3-6316-5752-6713-4C51D50B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6F0635F-A7EB-0950-112C-0DF8CD7E6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748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2DB7E9-1D1B-4EEE-C44E-26549A8F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FBACB88-BC56-31BC-048C-A35C88C9F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B03F033-AB0B-7826-8DF7-1FDAB8494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198DA8F-C0A1-CABA-9F71-B094A2EB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1A6092F-C17C-3727-62E6-278F8282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2A3DB86-D93E-40BD-8EEE-9B67247D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0585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A1C87D-C018-2875-5D7D-0213C172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1AB315D-814B-1805-9BF2-3BB3982D0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2076AF5-449C-1FF4-CF44-2E97C956D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0F7497F-A812-5DA0-398F-D8E3F6E5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A261946-F8C4-5D58-0E25-FFADB57F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BEE9662-D6A0-32A8-035E-D673CEE7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5170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AE4A53-61F1-D71E-AA81-88A35E05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43D735E-FABB-34D4-2C00-2C5C95A80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AC12DB5-2BBB-CB41-64BD-5F601D10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2587334-8D8D-227C-4885-C4AD21C9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B5A239E-4C13-D8DF-28A3-75EA75B4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5783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8880CA3-3C69-36A1-2CBB-040F403D3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489EC6E-0758-44C7-C72E-F2683696B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1EB674F-D2F6-B0DF-1314-54208F7D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E8D89F2-DE15-92A9-E362-309C687FD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9EBFFB6-4CE7-9CA9-3BD0-17657123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808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9738522-5C74-DB90-FDAE-9D3149837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CEC997B-2F12-1A0E-2C9B-3A899CA00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716607E-1C27-04B1-F850-294CC63CF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ED217-8690-4ABA-9BE1-BEFC11C895E9}" type="datetimeFigureOut">
              <a:rPr lang="tr-TR" smtClean="0"/>
              <a:t>3.05.2025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7B918FF-3B16-6BC4-8B12-BAC05022A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FE774C-B692-04A6-60E7-55680FC33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DC01D7-5C49-4D85-AE80-D38CB9FD452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9051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1764B92A-3C79-7C4B-637F-FE29C0E11DC2}"/>
              </a:ext>
            </a:extLst>
          </p:cNvPr>
          <p:cNvSpPr/>
          <p:nvPr/>
        </p:nvSpPr>
        <p:spPr>
          <a:xfrm>
            <a:off x="1061884" y="560440"/>
            <a:ext cx="5525729" cy="7669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580">
              <a:lnSpc>
                <a:spcPct val="115000"/>
              </a:lnSpc>
              <a:spcAft>
                <a:spcPts val="800"/>
              </a:spcAft>
              <a:tabLst>
                <a:tab pos="1851660" algn="l"/>
              </a:tabLst>
            </a:pPr>
            <a:r>
              <a:rPr lang="tr-TR" sz="1800" kern="10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Hukuk bürosunun veya avukatın öz geçmişi.</a:t>
            </a:r>
            <a:endParaRPr lang="tr-TR" sz="1800" kern="10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778FD271-EE27-D7AB-2B96-05FFDCC6311D}"/>
              </a:ext>
            </a:extLst>
          </p:cNvPr>
          <p:cNvSpPr/>
          <p:nvPr/>
        </p:nvSpPr>
        <p:spPr>
          <a:xfrm>
            <a:off x="1061883" y="1612491"/>
            <a:ext cx="5525729" cy="1337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580">
              <a:lnSpc>
                <a:spcPct val="115000"/>
              </a:lnSpc>
              <a:spcAft>
                <a:spcPts val="800"/>
              </a:spcAft>
              <a:tabLst>
                <a:tab pos="1851660" algn="l"/>
              </a:tabLst>
            </a:pPr>
            <a:r>
              <a:rPr lang="tr-TR" sz="1800" kern="10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Vizyon ve misyon.</a:t>
            </a:r>
            <a:endParaRPr lang="tr-TR" sz="1800" kern="10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0A9E41D1-F3AA-4373-B6A5-2F51DA68C831}"/>
              </a:ext>
            </a:extLst>
          </p:cNvPr>
          <p:cNvSpPr/>
          <p:nvPr/>
        </p:nvSpPr>
        <p:spPr>
          <a:xfrm>
            <a:off x="7462684" y="560440"/>
            <a:ext cx="3156155" cy="2231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fotoğraf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C04D193C-5556-89B6-C836-957C37DAB00A}"/>
              </a:ext>
            </a:extLst>
          </p:cNvPr>
          <p:cNvSpPr/>
          <p:nvPr/>
        </p:nvSpPr>
        <p:spPr>
          <a:xfrm>
            <a:off x="1061883" y="3077497"/>
            <a:ext cx="5525729" cy="1337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580">
              <a:lnSpc>
                <a:spcPct val="115000"/>
              </a:lnSpc>
              <a:spcAft>
                <a:spcPts val="800"/>
              </a:spcAft>
              <a:tabLst>
                <a:tab pos="1851660" algn="l"/>
              </a:tabLst>
            </a:pPr>
            <a:r>
              <a:rPr lang="tr-TR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Baro kaydı veya sertifikalar. Baroların logoları.</a:t>
            </a:r>
            <a:endParaRPr lang="tr-TR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5440335-98D1-F272-7815-FE910E9AECDE}"/>
              </a:ext>
            </a:extLst>
          </p:cNvPr>
          <p:cNvSpPr/>
          <p:nvPr/>
        </p:nvSpPr>
        <p:spPr>
          <a:xfrm>
            <a:off x="1061883" y="4773562"/>
            <a:ext cx="5525729" cy="1337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580">
              <a:lnSpc>
                <a:spcPct val="115000"/>
              </a:lnSpc>
              <a:spcAft>
                <a:spcPts val="800"/>
              </a:spcAft>
              <a:tabLst>
                <a:tab pos="1851660" algn="l"/>
              </a:tabLst>
            </a:pPr>
            <a:r>
              <a:rPr lang="tr-TR" sz="18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Basında biz.</a:t>
            </a:r>
            <a:endParaRPr lang="tr-TR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BB2E7C72-0479-2FEF-7280-3384541CEF5B}"/>
              </a:ext>
            </a:extLst>
          </p:cNvPr>
          <p:cNvSpPr/>
          <p:nvPr/>
        </p:nvSpPr>
        <p:spPr>
          <a:xfrm>
            <a:off x="7531510" y="3429000"/>
            <a:ext cx="3087329" cy="2362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?????????????</a:t>
            </a:r>
          </a:p>
        </p:txBody>
      </p:sp>
    </p:spTree>
    <p:extLst>
      <p:ext uri="{BB962C8B-B14F-4D97-AF65-F5344CB8AC3E}">
        <p14:creationId xmlns:p14="http://schemas.microsoft.com/office/powerpoint/2010/main" val="415746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D232BF68-39A6-0E50-0B16-321032C7432B}"/>
              </a:ext>
            </a:extLst>
          </p:cNvPr>
          <p:cNvSpPr txBox="1"/>
          <p:nvPr/>
        </p:nvSpPr>
        <p:spPr>
          <a:xfrm>
            <a:off x="7718323" y="727588"/>
            <a:ext cx="37854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AVUKAT HAKKINDA</a:t>
            </a:r>
          </a:p>
          <a:p>
            <a:r>
              <a:rPr lang="tr-TR" dirty="0"/>
              <a:t>VİZYON</a:t>
            </a:r>
          </a:p>
          <a:p>
            <a:r>
              <a:rPr lang="tr-TR" dirty="0"/>
              <a:t>MİSYON</a:t>
            </a:r>
          </a:p>
          <a:p>
            <a:r>
              <a:rPr lang="tr-TR" dirty="0"/>
              <a:t>BASINDA BİZ</a:t>
            </a:r>
          </a:p>
          <a:p>
            <a:r>
              <a:rPr lang="tr-TR" dirty="0"/>
              <a:t>BAROLAR</a:t>
            </a:r>
          </a:p>
        </p:txBody>
      </p:sp>
    </p:spTree>
    <p:extLst>
      <p:ext uri="{BB962C8B-B14F-4D97-AF65-F5344CB8AC3E}">
        <p14:creationId xmlns:p14="http://schemas.microsoft.com/office/powerpoint/2010/main" val="35244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36AA6F9-CF35-6A84-D1C1-2277EF492E68}"/>
              </a:ext>
            </a:extLst>
          </p:cNvPr>
          <p:cNvSpPr txBox="1"/>
          <p:nvPr/>
        </p:nvSpPr>
        <p:spPr>
          <a:xfrm>
            <a:off x="226142" y="137731"/>
            <a:ext cx="6096000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tr-TR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STATIC_URL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tr-T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tr-T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/'</a:t>
            </a:r>
            <a:endParaRPr lang="tr-T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tr-TR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STATICFILES_DIRS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tr-TR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BASE_DIR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tr-T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tr-TR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STATIC_ROOT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tr-T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tr-T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BASE_DIR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tr-T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tr-T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staticfiles</a:t>
            </a:r>
            <a:r>
              <a:rPr lang="tr-T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tr-T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tr-T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26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C788A30-724F-CC0E-E23D-6D96CB76A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5697"/>
            <a:ext cx="12192000" cy="566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15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5321AC9-8C1E-C0F0-2640-E5956D622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005"/>
            <a:ext cx="12192000" cy="622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0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A4B94F1-7B67-B376-B62A-618C2A213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1" y="0"/>
            <a:ext cx="120094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6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73</Words>
  <Application>Microsoft Office PowerPoint</Application>
  <PresentationFormat>Geniş ekran</PresentationFormat>
  <Paragraphs>17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SELIN PIR</dc:creator>
  <cp:lastModifiedBy>SELIN PIR</cp:lastModifiedBy>
  <cp:revision>3</cp:revision>
  <dcterms:created xsi:type="dcterms:W3CDTF">2025-04-26T16:11:34Z</dcterms:created>
  <dcterms:modified xsi:type="dcterms:W3CDTF">2025-05-02T22:56:03Z</dcterms:modified>
</cp:coreProperties>
</file>